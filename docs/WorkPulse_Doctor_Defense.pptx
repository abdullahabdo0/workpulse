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</a:rPr>
              <a:t>⚡ WORKPULSE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Workplace Burnout Risk Prediction
&amp; Explainable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A Machine Learning &amp; NLP Integrated Platform for Early Detection of Workplace Burnout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64008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0233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</a:rPr>
              <a:t>Project Team Members: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4805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Eng. Assma   |   Eng. Abdullah   |   Eng. Shimaa   |   Eng. Ahmed   |   Eng. Noury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0292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Supervised by Faculty of Computer Science &amp;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1. 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</a:rPr>
              <a:t>The Workplace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77% of professionals report experiencing workplace burnout.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Over $322 Billion lost annually worldwide in reduced productivity and healthcare.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High voluntary turnover: employees quit after reaching exhaustion.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Traditional surveys are annual, retrospective, and arrive too late.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Our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Proactive Detection: Identify high-risk cases before resignation or crisis occurs.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Multi-modal AI: Combine numerical workload records with employee sentiment text.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Explainable AI (XAI): Show HR managers the exact root causes behind each risk score.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Dynamic Tracking: Allow employees to re-assess and track their burnout progression over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</a:rPr>
              <a:t>Key Value Proposition: Turning Reactive HR into Proactive Employee Wellbeing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2. Team Roles &amp; Contribution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The project was developed in parallel across 5 specialized technical modules: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Eng. Assma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5564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Synthetic Data generation (50 records), logic constraints, and 6 publication-grade EDA visualizations.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91440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Eng. Abdullah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ML Workload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157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Feature selection, Logistic Regression baseline vs Random Forest (F1 ~ 0.83), feature importance.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91440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Eng. Shimaa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NLP Sentiment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7588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HuggingFace DistilBERT integration, sentiment risk mathematical mapping, response caching.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8229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91440" cy="86868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</a:rPr>
              <a:t>Eng. Ahmed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Backend &amp;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6360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FastAPI architecture, Risk Engine (60/40), SHAP explainability, PostgreSQL &amp; bcrypt auth.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8229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91440" cy="868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Eng. Noury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Frontend &amp;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5961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Bilingual RTL/LTR UI (Cairo font), Admin Dashboard, Employee Re-assessment portal &amp;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3. System Architecture &amp; Dual-AI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8288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Client Layer
(HTML5 / CSS3 / JS)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280160"/>
            <a:ext cx="18288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1828800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54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REST API Layer
(FastAPI / Uvicorn)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280160"/>
            <a:ext cx="20116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554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Inference Engine
(RF + DistilBERT)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280160"/>
            <a:ext cx="18288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280160"/>
            <a:ext cx="18288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554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&amp; Auth Layer
(PostgreSQL / SQLAlchemy)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82296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Core Decision-Support Risk Formula: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</a:rPr>
              <a:t>Final Risk Score = [ 0.60 × Workload_Probability + 0.40 × Sentiment_Risk ] 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Workload Weight (60%): Objective metrics (hours, overtime, absences) reflect long-term physical burden.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Sentiment Weight (40%): Employee subjective feedback captures emotional fatigue and cognitive strain.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Triage Levels: Low Risk (0-33)  |  Medium Risk (34-66)  |  High Risk (67-100) -&gt; Immediate HR Flag.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Explainability (XAI): SHAP tree explainer decomposes prediction into top 3 human-readable root causes.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4. Dataset Design &amp; Exploratory Data Analysis (EDA)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Dataset Specification (50 Samples)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avg_daily_hours: [6.0 - 13.0] hours.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overtime_hours_week: [0 - 25] hours.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absence_days_month: [0 - 8] days.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late_arrivals_month: [0 - 15] incidents.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tasks_assigned: [5 - 40] active tasks.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vacation_days_last_year: [0 - 25] days (Protective factor).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feedback: Natural language English sentiment sentences.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burnout: Binary label calibrated to ~40% positive class.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Noise injection (10%) added to prevent deterministic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Key EDA Findings (eda.py)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Correlation Heatmap: Daily working hours (+0.68) and overtime (+0.61) exhibit highest positive correlation with burnout.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Overtime Threshold: Employees exceeding 15h weekly overtime show an 82% probability of burnout.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Vacation Protective Effect: Employees with &gt;15 vacation days exhibit a 65% drop in burnout incidence.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Boxplot Spread: High-risk group has distinct median separation with minimal overlap on daily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5. Model Training &amp; 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9202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</a:rPr>
              <a:t>85.0%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Balanced evaluation across both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19202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09728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</a:rPr>
              <a:t>0.83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03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High harmonic mean of Precision &amp;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97280"/>
            <a:ext cx="19202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</a:rPr>
              <a:t>0.84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103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Low false alarm rate on burnout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1097280"/>
            <a:ext cx="19202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59" y="1097280"/>
            <a:ext cx="192024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7999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7171"/>
                </a:solidFill>
              </a:rPr>
              <a:t>0.82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2103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Captures over 82% of true burnout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82296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Baseline Comparison &amp; Feature Importance Breakdown: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49039"/>
            <a:ext cx="7680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Logistic Regression vs Random Forest: Random Forest outperformed the linear baseline by +4% on F1-Score due to non-linear interaction terms.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Feature Importance (Random Forest):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  • avg_daily_hours: 35.9%  (Primary driver of physical exhaustion)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  • overtime_hours_week: 22.5%  (Chronic overtime without recovery)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  • tasks_assigned: 13.0%  (Context-switching and cognitive load)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  • absence &amp; late arrivals: 19.4%  (Behavioral manifestations)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  • vacation_days_last_year: 9.1%  (Inverse protective cushion)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6. Enterprise Production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PostgreSQL Database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Built with SQLAlchemy ORM, production-ready for PostgreSQL cloud deployment (Render/Neon/AWS RDS) with instant schema migration.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39"/>
            <a:ext cx="91440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Role-Based Security &amp; bcrypt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7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Complete segregation between HR Administrator and Employees. Passwords hashed securely using native bcrypt.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9144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Dynamic Re-assessment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Burnout is not static; employees can re-evaluate their condition as project demands shift, reflecting instant updates across the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59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51959"/>
            <a:ext cx="91440" cy="9144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39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84FC"/>
                </a:solidFill>
              </a:rPr>
              <a:t>Historical Health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36007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Full audit log of previous assessments per employee to visualize whether interventions successfully lowered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9144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5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Bilingual Native Support (AR/EN)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8756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Full internationalization engine (i18n) supporting English and native Arabic RTL typography with Cairo Google Font.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7. Live Demonstration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0233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Step 1: 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Login as HR Admin (admin / admin123)
Inspect live risk distribution (Low/Med/High), Chart.js donut chart, and employee directory.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188720"/>
            <a:ext cx="40233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Step 2: Employee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2880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Register new employee account or login.
Submit workload metrics + text feedback:
'I feel overwhelmed with tight deadlines'.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40233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4023360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Step 3: Real-Time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FastAPI computes dual inference &lt;2s.
Result displays 78% (High Risk) with top factors: Overtime, High Tasks, Negative Sentiment.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749039"/>
            <a:ext cx="40233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749039"/>
            <a:ext cx="402336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931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Step 4: Re-assessment &amp;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3891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Simulate HR intervention (vacation taken, hours reduced). Employee re-submits: Score drops to 24% (Low Risk). Saved in timeline.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8. Conclusion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Delivered a complete, operational end-to-end Decision Support System.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Bridged tabular statistical Machine Learning with deep NLP Transformer models.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Demonstrated explainability (XAI) using SHAP values for actionable HR insights.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Engineered production-grade architecture (PostgreSQL, bcrypt, bilingual UI).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3931920" cy="3840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AraBERT Integration: Enable Arabic sentiment analysis for regional workplace texts.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Slack / Teams Automated Bot: Passive pulse surveys and risk alerts.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Time-Series Forecasting: LSTM / Temporal Fusion Transformers for 3-month risk forecasting.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 Federated Learning: Train across multi-enterprise datasets with zero privacy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8229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</a:rPr>
              <a:t>Thank You! 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WorkPulse — AI Workplace Burnout Risk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