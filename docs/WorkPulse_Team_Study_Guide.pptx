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⚡ WorkPulse — Team Internal Study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دليل المذاكرة والشرح المفصل للمشروع
(توزيع المهام والشرح لكل عضو)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</a:rPr>
              <a:t>مرجع شامل لفهم كيفية بناء النظام بالكامل، وشرح دور كل مهندس وطريقة الرد في المناقشة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931920"/>
            <a:ext cx="155448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3931920"/>
            <a:ext cx="155448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4114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4D399"/>
                </a:solidFill>
              </a:rPr>
              <a:t>Eng. Assma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57200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Data Engineering &amp; EDA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48840" y="3931920"/>
            <a:ext cx="155448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48840" y="3931920"/>
            <a:ext cx="155448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4114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8BDF8"/>
                </a:solidFill>
              </a:rPr>
              <a:t>Eng. Abdullah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457200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ML Workload Modeling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0" y="3931920"/>
            <a:ext cx="155448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0" y="3931920"/>
            <a:ext cx="1554480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86200" y="4114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BBF24"/>
                </a:solidFill>
              </a:rPr>
              <a:t>Eng. Shimaa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457200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NLP &amp; Sentiment Analysis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32120" y="3931920"/>
            <a:ext cx="155448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532120" y="3931920"/>
            <a:ext cx="1554480" cy="73152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77840" y="4114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084FC"/>
                </a:solidFill>
              </a:rPr>
              <a:t>Eng. Ahmed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457200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Backend, Risk Engine &amp; PostgreSQL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23760" y="3931920"/>
            <a:ext cx="155448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23760" y="3931920"/>
            <a:ext cx="1554480" cy="7315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69480" y="4114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87171"/>
                </a:solidFill>
              </a:rPr>
              <a:t>Eng. Noury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457200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Frontend UI &amp; Live Integration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WorkPulse Enterprise System  |  12-Week AI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1. فكرة المشروع ومعماريته العامة (Overview)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النظام يساعد HR على التنبؤ بالإرهاق الوظيفي قبل حدوثه عبر دمج نوعين من البيانات: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93192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1. بيانات العمل والحضور (Structured)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3566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ساعات العمل اليومية (avg_daily_hours)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ساعات الأوفرتايم الأسبوعية (overtime_hours)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أيام الغياب والتأخيرات شهرياً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عدد المهام المسندة وأيام الإجازات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يتم تحليلها عبر Random Forest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1371600"/>
            <a:ext cx="393192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1463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</a:rPr>
              <a:t>2. رأي ومشاعر الموظف (Unstructured Text)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920240"/>
            <a:ext cx="3566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نص الفيدباك الذي يكتبه الموظف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يعبر عن شعوره تجاه ضغط العمل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يحلل عبر DistilBERT Transformer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يستخرج درجة سلبية المشاعر (0 إلى 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931920"/>
            <a:ext cx="822960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02336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4D399"/>
                </a:solidFill>
              </a:rPr>
              <a:t>معادلة الدمج (Risk Engine Formula):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Risk Score = (0.6 × Workload_Probability + 0.4 × Sentiment_Risk) × 100
Low (&lt;34)  |  Medium (34 - 66)  |  High (&gt;= 67)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4D399"/>
                </a:solidFill>
              </a:rPr>
              <a:t>👤 دور المهندسة: Eng. Assma (Data Engineering &amp; EDA)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الملفات المسؤولة عنها: data/generate_data.py  و  eda.py  و  data/employees.csv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931920" cy="4754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</a:rPr>
              <a:t>1. توليد وتنظيف البيانات (generate_data.py)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3566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ليه داتا Synthetic؟ لأن بيانات HR واقعياً حساسة وسرية ولا توجد داتا عامة بالمتطلبات دي.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توليد 50 موظف بقواعد طبية وعلمية (ساعات العمل والأوفرتايم تقلل النشاط وترفع الإرهاق، والإجازات تقلله).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إضافة Noise (ضوضاء 10%) حتى لا تكون العلاقات مثالية ولا تتعدى الدقة 100% بدون واقعية.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تمت إضافة عمود name بأسماء عربية وإنجليزية حقيقية.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دالة clean_data: حذف أي قيم مكررة والتأكد من عدم وجود Nulls وضبط المدى المقبول للأرقام.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1280160"/>
            <a:ext cx="3931920" cy="4754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13716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</a:rPr>
              <a:t>2. التحليل الاستكشافي (EDA - eda.py)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828800"/>
            <a:ext cx="3566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تم عمل 6 رسومات بيانية متقدمة وحفظها في models/: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1. Class Distribution: مقارنة نسبة Burnout vs No Burnout (40% مصابين).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2. Histograms: توزيع المتغيرات الرقمية بين الفئتين.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3. Boxplots: كشف التباين والـ Outliers للمصابين بالإرهاق.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4. Heatmap: كشف مصفوفة الارتباط، وأظهرت أن avg_daily_hours و overtime لهما أعلى ارتباط.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5. Overtime Buckets: معدل الخطر يرتفع طردياً مع ساعات الأوفرتايم.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6. Scatter Plot: رسم ساعات العمل مقابل الأوفرتايم ملوناً بحالة الإرهاق.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8BDF8"/>
                </a:solidFill>
              </a:rPr>
              <a:t>👤 دور المهندس: Eng. Abdullah (ML Workload Modeling)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الملفات المسؤولة عنها: train_model.py  و  models/workload_model.pkl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931920" cy="4754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4D399"/>
                </a:solidFill>
              </a:rPr>
              <a:t>1. الموديلات وطريقة التدريب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3566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تقسيم الداتا: 80% للتدريب و 20% للاختبار بـ train_test_split مع stratify=y للحفاظ على التوازن.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Model 1 (Baseline): Logistic Regression مع StandardScaler لمعايرة القيم.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Model 2 (Final): Random Forest Classifier مع 200 شجرة (n_estimators=200).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التقييم: مقارنة Accuracy و F1-Score و Precision و Recall و Confusion Matrix.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تم حفظ الموديل النهائي في models/workload_model.pkl باستخدام مكتبة joblib.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1280160"/>
            <a:ext cx="3931920" cy="4754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13716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84FC"/>
                </a:solidFill>
              </a:rPr>
              <a:t>2. أهمية المتغيرات والتفسير في المناقشة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828800"/>
            <a:ext cx="3566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سؤال متوقع: ليه اخترت Random Forest؟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الجواب: دقيق مع الداتا الجدولية، يتعامل مع العلاقات غير الخطية، يمنع الـ Overfitting، ويوفر Feature Importance مباشرة.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ترتيب أهم العوامل (Feature Importance):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1) avg_daily_hours (36%): ساعات العمل اليومية العامل الأول.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2) overtime_hours_week (22%): الأوفرتايم ثاني أهم عامل.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3) tasks_assigned (13%): تراكم المهام.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4) absence &amp; late arrivals (10%): مؤشرات الضغط والتغيب.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5) vacation_days: عامل حماية يقلل الخطر.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BBF24"/>
                </a:solidFill>
              </a:rPr>
              <a:t>👤 دور المهندسة: Eng. Shimaa (NLP &amp; Sentiment Analysis)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الملفات المسؤولة عنها: backend/sentiment.py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931920" cy="4754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</a:rPr>
              <a:t>1. موديل تحليل المشاعر (DistilBERT)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3566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الموديل المستخدم: distilbert-base-uncased-finetuned-sst-2-english من HuggingFace.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ليه موديل جاهز مش تدريب من الصفر؟ تدريب Transformer من الصفر يحتاج ملايين الجمل و GPU ضخمة، بينما هذا الموديل مدرب ومختبر بدقة تتجاوز 91%.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الموديل خفيف (DistilBERT أخف 40% وأسرع 60% من BERT العادي مع الحفاظ على 97% من دقته).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الموديل يتم تحميله مرة واحدة فقط عند بدء السيرفر لتفادي بطء الطلبات.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1280160"/>
            <a:ext cx="3931920" cy="4754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13716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4D399"/>
                </a:solidFill>
              </a:rPr>
              <a:t>2. دالة sentiment_risk(text) الرياضية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828800"/>
            <a:ext cx="3566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الموديل يخرج: Label (POSITIVE/NEGATIVE) + Score (درجة الثقة من 0.5 إلى 1.0).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التحويل الرياضي لرقم خطر (0.0 إلى 1.0):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إذا كان NEGATIVE: درجة الخطر = confidence (مثلاً 0.96 سلبية تعني 0.96 خطر عالي).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إذا كان POSITIVE: نعكس القيمة 1 - confidence (مثلاً 0.98 إيجابي تعني 0.02 خطر منعدم).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تم عمل Optimization ذكي: تخزين كاش للـ 30 جملة المتكررة بحيث يبدأ السيرفر في ثوانٍ معدودة.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084FC"/>
                </a:solidFill>
              </a:rPr>
              <a:t>👤 دور المهندس: Eng. Ahmed (Backend, Risk Engine &amp; PostgreSQL)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الملفات المسؤولة عنها: backend/main.py  و  backend/database.py  و  backend/risk.py  و  backend/explain.py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931920" cy="4754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</a:rPr>
              <a:t>1. الباك إند ومعمارية قاعدة البيانات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3566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FastAPI Framework: سريع جداً، غير متزامن (Asynchronous)، ويوفر توثيق Swagger تلقائي في /docs.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PostgreSQL + SQLAlchemy: دعم قواعد البيانات المؤسسية مع نمط ORM (جداول users و assessments).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Authentication &amp; Security: تشفير كلمات المرور باستخدام Native bcrypt لحماية الحسابات.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فصل الصلاحيات (Roles): Admin (لوحة تحكم كاملة) مقابل Employee (ملفه الشخصي وتاريخه فقط).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1280160"/>
            <a:ext cx="3931920" cy="4754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13716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</a:rPr>
              <a:t>2. محرك المخاطر والـ Explainability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828800"/>
            <a:ext cx="3566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Risk Engine (risk.py): تطبيق المعادلة 0.6 × Workload + 0.4 × Sentiment لحساب الدرجة وتصنيف Low/Med/High.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Explainability (explain.py): استخدام مكتبة SHAP (TreeExplainer) لاستخراج أكثر 3 أسباب رفعت درجة الخطر لهذا الموظف تحديداً.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Fallback Mechanism: نظام ذكي بديل في حال حدوث أي خطأ في SHAP لضمان عدم توقف السيرفر أبداً.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تاريخ التقييمات: حفظ كل تقييم في داتابيز مع توقيته الزمني.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87171"/>
                </a:solidFill>
              </a:rPr>
              <a:t>👤 دور المهندس: Eng. Noury (Frontend UI &amp; Live Integration)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الملفات المسؤولة عنها: frontend/ (login, index, employees, employee-portal, css, js)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931920" cy="4754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</a:rPr>
              <a:t>1. الصفحات وواجهات المستخدم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3566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login.html: صفحة الدخول وإنشاء حساب موظف جديد مع توجيه ذكي حسب الصلاحية.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index.html: لوحة تحكم الأدمن (كروت إحصائيات + رسم دائري + أعمدة بـ Chart.js).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employees.html: جدول الـ 50 موظف مع بحث فوري بالاسم/الرقم وفلترة حسب مستوى الخطر.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employee-portal.html: بوابة الموظف تتيح له رؤية تشخيصه، تعديل بياناته في أي وقت، ورؤية جدول تطور حالته تاريخياً.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1280160"/>
            <a:ext cx="3931920" cy="4754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13716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4D399"/>
                </a:solidFill>
              </a:rPr>
              <a:t>2. دعم العربية والربط مع الـ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828800"/>
            <a:ext cx="3566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Bi-lingual i18n (i18n.js): نظام ترجمة متكامل يدعم قلب الواجهة RTL/LTR مع خط Cairo العربي دون إعادة تحميل الصفحة.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حماية المسارات (auth.js): حماية صفحات الداشبورد من الدخول غير المصرح به.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الربط مع الـ API: استدعاءات غير متزامنة بـ fetch() مع عرض مؤشرات التحميل ومعالجة الأخطاء.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ألوان واضحة متناسقة: أخضر للأمان، أصفر للمتابعة، وأحمر للخطر.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💡 أسئلة المناقشة المتوقعة وإجاباتها النموذجية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8229600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</a:rPr>
              <a:t>س: ليه الداتا Synthetic؟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ج (Eng. Assma): بيانات HR حساسة وسرية ولا توجد داتا عامة تجمع الحضور والنص، فولّدناها بقواعد منطقية مثبتة علمياً مع 10% ضوضاء.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48839"/>
            <a:ext cx="8229600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94559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</a:rPr>
              <a:t>س: ليه اخترتوا Random Forest؟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32887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ج (Eng. Abdullah): ممتاز للداتا الجدولية، يقاوم الـ Overfitting، يوفر Feature Importance مباشرة، ومتوافق مع SHAP للتفسير.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00400"/>
            <a:ext cx="8229600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24612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</a:rPr>
              <a:t>س: ليه موديل DistilBERT جاهز؟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84448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ج (Eng. Shimaa): تدريب Transformer من الصفر يتطلب ملايين النصوص وعتاد GPU ضخم، والموديل الجاهز مدرب بدقة 91%.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251959"/>
            <a:ext cx="8229600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297679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</a:rPr>
              <a:t>س: ليه الأوزان 60% عمل و 40% مشاعر؟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36007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ج (Eng. Ahmed): بيانات الحضور والأرقام أكثر موضوعية ودقة من النص الذاتي، وهي قابلة للتعديل والضبط في الداتابيز.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303520"/>
            <a:ext cx="8229600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34924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</a:rPr>
              <a:t>س: إزاي تضمنوا خصوصية وأمان الموظفين؟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687568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ج (Eng. Noury): عبر نظام صلاحيات مشفر بـ bcrypt، لا يستطيع موظف رؤية بيانات غيره، والداشبورد مخصصة فقط لإدارة HR.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